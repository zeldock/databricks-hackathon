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2DA44E"/>
                </a:solidFill>
              </a:rPr>
              <a:t>Making Decisions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CSC 113 · Lecture 3</a:t>
            </a:r>
          </a:p>
          <a:p>
            <a:r>
              <a:t>Prof. Alex Chen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CSC 113 · Introduction to Programming in Python · Example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DA44E"/>
                </a:solidFill>
              </a:rPr>
              <a:t>Booleans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A bool is either True or False</a:t>
            </a:r>
          </a:p>
          <a:p>
            <a:r>
              <a:rPr sz="2600"/>
              <a:t>Comparison operators: ==, !=, &lt;, &lt;=, &gt;, &gt;=</a:t>
            </a:r>
          </a:p>
          <a:p>
            <a:r>
              <a:rPr sz="2600"/>
              <a:t>Logical operators: and, or, not  (e.g. 0 &lt;= score and score &lt;= 100)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CSC 113 · Introduction to Programming in Python · Example State University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DA44E"/>
                </a:solidFill>
              </a:rPr>
              <a:t>if / elif / 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if condition:  — runs the indented block only when the condition is True</a:t>
            </a:r>
          </a:p>
          <a:p>
            <a:r>
              <a:rPr sz="2600"/>
              <a:t>elif checks another condition; else runs when nothing above matched</a:t>
            </a:r>
          </a:p>
          <a:p>
            <a:r>
              <a:rPr sz="2600"/>
              <a:t>Only the first matching branch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CSC 113 · Introduction to Programming in Python · Example State University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DA44E"/>
                </a:solidFill>
              </a:rPr>
              <a:t>Example: letter grades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if score &gt;= 90: grade = 'A'</a:t>
            </a:r>
          </a:p>
          <a:p>
            <a:r>
              <a:rPr sz="2600"/>
              <a:t>elif score &gt;= 80: grade = 'B'</a:t>
            </a:r>
          </a:p>
          <a:p>
            <a:r>
              <a:rPr sz="2600"/>
              <a:t>elif score &gt;= 70: grade = 'C'  …  else: grade = 'F'</a:t>
            </a:r>
          </a:p>
          <a:p>
            <a:r>
              <a:rPr sz="2600"/>
              <a:t>Order matters — test the highest cutoff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CSC 113 · Introduction to Programming in Python · Example State University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DA44E"/>
                </a:solidFill>
              </a:rP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= assigns, == compares</a:t>
            </a:r>
          </a:p>
          <a:p>
            <a:r>
              <a:rPr sz="2600"/>
              <a:t>Indentation defines the block — be consistent (4 spaces)</a:t>
            </a:r>
          </a:p>
          <a:p>
            <a:r>
              <a:rPr sz="2600"/>
              <a:t>Comparing floats with == can fail: use abs(a - b) &lt; 1e-9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CSC 113 · Introduction to Programming in Python · Example State University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DA44E"/>
                </a:solidFill>
              </a:rPr>
              <a:t>Try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Write a program that reads a year and prints whether it is a leap year</a:t>
            </a:r>
          </a:p>
          <a:p>
            <a:r>
              <a:rPr sz="2600"/>
              <a:t>Rule: divisible by 4, except centuries, unless divisible by 400</a:t>
            </a:r>
          </a:p>
          <a:p>
            <a:r>
              <a:rPr sz="2600"/>
              <a:t>Test with 1900, 2000, 2024 and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CSC 113 · Introduction to Programming in Python · Example State University 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