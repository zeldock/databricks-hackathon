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2DA44E"/>
                </a:solidFill>
              </a:rPr>
              <a:t>Working with Lists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CSC 113 · Lecture 6</a:t>
            </a:r>
          </a:p>
          <a:p>
            <a:r>
              <a:t>Prof. Alex Chen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CSC 113 · Introduction to Programming in Python · Example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DA44E"/>
                </a:solidFill>
              </a:rPr>
              <a:t>What is a list?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An ordered, changeable collection: scores = [88, 92, 75]</a:t>
            </a:r>
          </a:p>
          <a:p>
            <a:r>
              <a:rPr sz="2600"/>
              <a:t>Index from 0: scores[0] is 88; scores[-1] is the last item</a:t>
            </a:r>
          </a:p>
          <a:p>
            <a:r>
              <a:rPr sz="2600"/>
              <a:t>len(scores) gives the number of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CSC 113 · Introduction to Programming in Python · Example State University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DA44E"/>
                </a:solidFill>
              </a:rPr>
              <a:t>Changing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append(x) adds to the end; insert(i, x) adds at position i</a:t>
            </a:r>
          </a:p>
          <a:p>
            <a:r>
              <a:rPr sz="2600"/>
              <a:t>remove(x) deletes the first match; pop() removes and returns the last item</a:t>
            </a:r>
          </a:p>
          <a:p>
            <a:r>
              <a:rPr sz="2600"/>
              <a:t>Lists are mutable — two names can refer to the same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CSC 113 · Introduction to Programming in Python · Example State University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DA44E"/>
                </a:solidFill>
              </a:rPr>
              <a:t>Looping over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for score in scores:  — visit every item</a:t>
            </a:r>
          </a:p>
          <a:p>
            <a:r>
              <a:rPr sz="2600"/>
              <a:t>for i, score in enumerate(scores):  — get the index too</a:t>
            </a:r>
          </a:p>
          <a:p>
            <a:r>
              <a:rPr sz="2600"/>
              <a:t>Accumulator pattern: total = 0, then total +=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CSC 113 · Introduction to Programming in Python · Example State University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DA44E"/>
                </a:solidFill>
              </a:rPr>
              <a:t>Slicing and useful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scores[1:3] gives items 1 and 2; scores[::-1] reverses</a:t>
            </a:r>
          </a:p>
          <a:p>
            <a:r>
              <a:rPr sz="2600"/>
              <a:t>sum(), min(), max(), sorted() and the in operator</a:t>
            </a:r>
          </a:p>
          <a:p>
            <a:r>
              <a:rPr sz="2600"/>
              <a:t>List comprehension: [s * 1.1 for s in scores if s &lt; 90]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CSC 113 · Introduction to Programming in Python · Example State University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DA44E"/>
                </a:solidFill>
              </a:rP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Write average(nums) that returns the mean of a list (handle the empty list!)</a:t>
            </a:r>
          </a:p>
          <a:p>
            <a:r>
              <a:rPr sz="2600"/>
              <a:t>Write count_above(nums, cutoff)</a:t>
            </a:r>
          </a:p>
          <a:p>
            <a:r>
              <a:rPr sz="2600"/>
              <a:t>Remove duplicates from a list while keeping the original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CSC 113 · Introduction to Programming in Python · Example State University 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