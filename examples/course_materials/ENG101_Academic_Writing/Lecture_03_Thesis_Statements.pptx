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Writing a Strong 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 101 · Week 3</a:t>
            </a:r>
          </a:p>
          <a:p>
            <a:r>
              <a:t>Dr. Morgan Ellis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What a thesis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States your main claim in one or two sentences</a:t>
            </a:r>
          </a:p>
          <a:p>
            <a:r>
              <a:rPr sz="2600"/>
              <a:t>Tells the reader what you will argue — and why it matters</a:t>
            </a:r>
          </a:p>
          <a:p>
            <a:r>
              <a:rPr sz="2600"/>
              <a:t>Usually appears at the end of the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Arguable, not obvious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 thesis is a claim reasonable people could disagree with</a:t>
            </a:r>
          </a:p>
          <a:p>
            <a:r>
              <a:rPr sz="2600"/>
              <a:t>Weak: “Social media is popular among teenagers.” (a fact)</a:t>
            </a:r>
          </a:p>
          <a:p>
            <a:r>
              <a:rPr sz="2600"/>
              <a:t>Stronger: “Schools should teach social-media literacy because…”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Specific and focused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Narrow the topic to what you can support in the assigned length</a:t>
            </a:r>
          </a:p>
          <a:p>
            <a:r>
              <a:rPr sz="2600"/>
              <a:t>Replace vague words (“good,” “bad,” “society”) with precise ones</a:t>
            </a:r>
          </a:p>
          <a:p>
            <a:r>
              <a:rPr sz="2600"/>
              <a:t>Preview your reasons without listing every paragraph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A useful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Although [counterargument], [claim] because [reason 1] and [reason 2].</a:t>
            </a:r>
          </a:p>
          <a:p>
            <a:r>
              <a:rPr sz="2600"/>
              <a:t>Templates are a starting point — revise into your own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Write a working thesis for Essay 1</a:t>
            </a:r>
          </a:p>
          <a:p>
            <a:r>
              <a:rPr sz="2600"/>
              <a:t>Swap with a partner: Is it arguable? Specific? Supportable?</a:t>
            </a:r>
          </a:p>
          <a:p>
            <a:r>
              <a:rPr sz="2600"/>
              <a:t>Revise once based on the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