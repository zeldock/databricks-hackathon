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Differentiation Rules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 141 · Lecture 6</a:t>
            </a:r>
          </a:p>
          <a:p>
            <a:r>
              <a:t>Dr. Jordan Rivera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The derivative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f′(x) = lim h→0 [f(x + h) − f(x)] / h</a:t>
            </a:r>
          </a:p>
          <a:p>
            <a:r>
              <a:rPr sz="2600"/>
              <a:t>Slope of the tangent line and instantaneous rate of change</a:t>
            </a:r>
          </a:p>
          <a:p>
            <a:r>
              <a:rPr sz="2600"/>
              <a:t>Differentiable ⇒ continuous (but not the other way around: |x| at 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Constant: d/dx[c] = 0;  power rule: d/dx[xⁿ] = n·xⁿ⁻¹</a:t>
            </a:r>
          </a:p>
          <a:p>
            <a:r>
              <a:rPr sz="2600"/>
              <a:t>Sum and constant-multiple rules let you differentiate term by term</a:t>
            </a:r>
          </a:p>
          <a:p>
            <a:r>
              <a:rPr sz="2600"/>
              <a:t>d/dx[eˣ] = eˣ and d/dx[ln x] = 1/x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Product and quotient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(fg)′ = f′g + fg′</a:t>
            </a:r>
          </a:p>
          <a:p>
            <a:r>
              <a:rPr sz="2600"/>
              <a:t>(f/g)′ = (f′g − fg′) / g²</a:t>
            </a:r>
          </a:p>
          <a:p>
            <a:r>
              <a:rPr sz="2600"/>
              <a:t>Example: d/dx[x² sin x] = 2x sin x + x² cos 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Trigonometric derivatives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d/dx[sin x] = cos x,  d/dx[cos x] = −sin x</a:t>
            </a:r>
          </a:p>
          <a:p>
            <a:r>
              <a:rPr sz="2600"/>
              <a:t>d/dx[tan x] = sec² x,  d/dx[sec x] = sec x tan x</a:t>
            </a:r>
          </a:p>
          <a:p>
            <a:r>
              <a:rPr sz="2600"/>
              <a:t>All follow from lim sin(h)/h = 1 and the quotient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The chain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d/dx[f(g(x))] = f′(g(x)) · g′(x) — outside derivative times inside derivative</a:t>
            </a:r>
          </a:p>
          <a:p>
            <a:r>
              <a:rPr sz="2600"/>
              <a:t>Example: d/dx[(3x² + 1)⁵] = 5(3x² + 1)⁴ · 6x</a:t>
            </a:r>
          </a:p>
          <a:p>
            <a:r>
              <a:rPr sz="2600"/>
              <a:t>Example: d/dx[sin(x³)] = cos(x³) · 3x²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Implicit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Differentiate both sides with respect to x, treating y as a function of x</a:t>
            </a:r>
          </a:p>
          <a:p>
            <a:r>
              <a:rPr sz="2600"/>
              <a:t>Circle x² + y² = 25:  2x + 2y·y′ = 0  ⇒  y′ = −x/y</a:t>
            </a:r>
          </a:p>
          <a:p>
            <a:r>
              <a:rPr sz="2600"/>
              <a:t>Slope of the tangent at (3, 4) is −3/4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Differentiate f(x) = x³ − 4x + 7</a:t>
            </a:r>
          </a:p>
          <a:p>
            <a:r>
              <a:rPr sz="2600"/>
              <a:t>Differentiate g(x) = eˣ / (x² + 1)</a:t>
            </a:r>
          </a:p>
          <a:p>
            <a:r>
              <a:rPr sz="2600"/>
              <a:t>Find dy/dx if xy + y² = 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