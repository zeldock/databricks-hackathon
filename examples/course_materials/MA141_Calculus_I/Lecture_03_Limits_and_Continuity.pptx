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Limits and Continuity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 141 · Lecture 3</a:t>
            </a:r>
          </a:p>
          <a:p>
            <a:r>
              <a:t>Dr. Jordan Rivera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What is a limit?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lim x→a f(x) = L means f(x) gets arbitrarily close to L as x approaches a</a:t>
            </a:r>
          </a:p>
          <a:p>
            <a:r>
              <a:rPr sz="2600"/>
              <a:t>The value f(a) itself does not matter — it may not even exist</a:t>
            </a:r>
          </a:p>
          <a:p>
            <a:r>
              <a:rPr sz="2600"/>
              <a:t>Example: f(x) = (x² − 1)/(x − 1) is undefined at x = 1, but its limit there is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One-sided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Left-hand limit: x → a⁻;  right-hand limit: x → a⁺</a:t>
            </a:r>
          </a:p>
          <a:p>
            <a:r>
              <a:rPr sz="2600"/>
              <a:t>The two-sided limit exists only if both one-sided limits exist and are equal</a:t>
            </a:r>
          </a:p>
          <a:p>
            <a:r>
              <a:rPr sz="2600"/>
              <a:t>Piecewise functions and |x|/x are the classic examples where they differ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Limit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Limits of sums, differences, products and constant multiples split apart</a:t>
            </a:r>
          </a:p>
          <a:p>
            <a:r>
              <a:rPr sz="2600"/>
              <a:t>Quotient law works when the limit of the denominator is not 0</a:t>
            </a:r>
          </a:p>
          <a:p>
            <a:r>
              <a:rPr sz="2600"/>
              <a:t>0/0? Factor, rationalize or simplify first — then substitute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The Squeeze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If g(x) ≤ f(x) ≤ h(x) near a and g and h both approach L, then f does too</a:t>
            </a:r>
          </a:p>
          <a:p>
            <a:r>
              <a:rPr sz="2600"/>
              <a:t>Classic result: lim x→0 sin(x)/x = 1</a:t>
            </a:r>
          </a:p>
          <a:p>
            <a:r>
              <a:rPr sz="2600"/>
              <a:t>Also used for x² sin(1/x) → 0 as x → 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f is continuous at a if f(a) is defined, the limit exists, and they are equal</a:t>
            </a:r>
          </a:p>
          <a:p>
            <a:r>
              <a:rPr sz="2600"/>
              <a:t>Types of discontinuity: removable, jump and infinite</a:t>
            </a:r>
          </a:p>
          <a:p>
            <a:r>
              <a:rPr sz="2600"/>
              <a:t>Polynomials, rational functions (on their domains), sin and cos are continuous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Intermediate Value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If f is continuous on [a, b] and N is between f(a) and f(b), some c in (a, b) has f(c) = N</a:t>
            </a:r>
          </a:p>
          <a:p>
            <a:r>
              <a:rPr sz="2600"/>
              <a:t>Use it to prove an equation has a root: show the sign of f changes</a:t>
            </a:r>
          </a:p>
          <a:p>
            <a:r>
              <a:rPr sz="2600"/>
              <a:t>Example: x³ + x − 1 = 0 has a root between 0 and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6FEB"/>
                </a:solidFill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Find lim x→3 (x² − 9)/(x − 3)</a:t>
            </a:r>
          </a:p>
          <a:p>
            <a:r>
              <a:rPr sz="2600"/>
              <a:t>Is f(x) = (x² − 4)/(x − 2) continuous at x = 2? What kind of discontinuity?</a:t>
            </a:r>
          </a:p>
          <a:p>
            <a:r>
              <a:rPr sz="2600"/>
              <a:t>Show that cos x = x has a solution in [0, π/2]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MA 141 · Calculus I · Example State University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