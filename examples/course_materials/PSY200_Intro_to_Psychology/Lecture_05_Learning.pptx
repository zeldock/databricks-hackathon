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Learning: Conditioning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PSY 200 · Lecture 5</a:t>
            </a:r>
          </a:p>
          <a:p>
            <a:r>
              <a:t>Dr. Taylor Brooks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What is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 relatively lasting change in behavior or knowledge that comes from experience</a:t>
            </a:r>
          </a:p>
          <a:p>
            <a:r>
              <a:rPr sz="2600"/>
              <a:t>Associative learning links events: stimulus–stimulus or behavior–consequence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Classical conditioning (Pavlov)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Unconditioned stimulus (food) → unconditioned response (salivation)</a:t>
            </a:r>
          </a:p>
          <a:p>
            <a:r>
              <a:rPr sz="2600"/>
              <a:t>A neutral stimulus (bell) paired with the US becomes a conditioned stimulus</a:t>
            </a:r>
          </a:p>
          <a:p>
            <a:r>
              <a:rPr sz="2600"/>
              <a:t>CS alone now triggers a conditioned response</a:t>
            </a:r>
          </a:p>
          <a:p>
            <a:r>
              <a:rPr sz="2600"/>
              <a:t>Extinction: CR fades when the CS appears without the US; spontaneous recovery can follow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Operant conditioning (Skinner)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Behavior is shaped by its consequences</a:t>
            </a:r>
          </a:p>
          <a:p>
            <a:r>
              <a:rPr sz="2600"/>
              <a:t>Reinforcement increases behavior: positive (add something good) or negative (remove something bad)</a:t>
            </a:r>
          </a:p>
          <a:p>
            <a:r>
              <a:rPr sz="2600"/>
              <a:t>Punishment decreases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Schedules of reinforcement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Continuous reinforcement — fastest learning, fastest extinction</a:t>
            </a:r>
          </a:p>
          <a:p>
            <a:r>
              <a:rPr sz="2600"/>
              <a:t>Fixed/variable ratio and fixed/variable interval schedules</a:t>
            </a:r>
          </a:p>
          <a:p>
            <a:r>
              <a:rPr sz="2600"/>
              <a:t>Variable ratio (e.g. slot machines) produces high, persistent responding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Observational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Bandura's Bobo doll studies: children imitated modeled aggression</a:t>
            </a:r>
          </a:p>
          <a:p>
            <a:r>
              <a:rPr sz="2600"/>
              <a:t>Learning can happen without direct reinforcement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