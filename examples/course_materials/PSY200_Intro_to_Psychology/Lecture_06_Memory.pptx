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Memory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PSY 200 · Lecture 6</a:t>
            </a:r>
          </a:p>
          <a:p>
            <a:r>
              <a:t>Dr. Taylor Brooks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Three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Encoding — getting information in</a:t>
            </a:r>
          </a:p>
          <a:p>
            <a:r>
              <a:rPr sz="2600"/>
              <a:t>Storage — keeping it over time</a:t>
            </a:r>
          </a:p>
          <a:p>
            <a:r>
              <a:rPr sz="2600"/>
              <a:t>Retrieval — getting it back out when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The Atkinson–Shiffrin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Sensory memory: brief, large capacity</a:t>
            </a:r>
          </a:p>
          <a:p>
            <a:r>
              <a:rPr sz="2600"/>
              <a:t>Short-term (working) memory: about 7 ± 2 items for roughly 20 seconds without rehearsal</a:t>
            </a:r>
          </a:p>
          <a:p>
            <a:r>
              <a:rPr sz="2600"/>
              <a:t>Long-term memory: effectively unlimited, lasting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Encoding that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Deeper, meaning-based processing beats shallow repetition</a:t>
            </a:r>
          </a:p>
          <a:p>
            <a:r>
              <a:rPr sz="2600"/>
              <a:t>Self-reference and elaboration connect new ideas to what you know</a:t>
            </a:r>
          </a:p>
          <a:p>
            <a:r>
              <a:rPr sz="2600"/>
              <a:t>Chunking groups items to fit more into working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Why we forget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Ebbinghaus forgetting curve: most loss happens soon after learning</a:t>
            </a:r>
          </a:p>
          <a:p>
            <a:r>
              <a:rPr sz="2600"/>
              <a:t>Interference: proactive (old blocks new) and retroactive (new blocks old)</a:t>
            </a:r>
          </a:p>
          <a:p>
            <a:r>
              <a:rPr sz="2600"/>
              <a:t>Retrieval failure — the tip-of-the-tongue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D1242F"/>
                </a:solidFill>
              </a:rPr>
              <a:t>Study smarter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572000"/>
          </a:xfrm>
        </p:spPr>
        <p:txBody>
          <a:bodyPr/>
          <a:lstStyle/>
          <a:p>
            <a:r>
              <a:rPr sz="2600"/>
              <a:t>Spacing effect: spread study sessions out instead of cramming</a:t>
            </a:r>
          </a:p>
          <a:p>
            <a:r>
              <a:rPr sz="2600"/>
              <a:t>Testing effect: practice retrieval with quizzes and flashcards</a:t>
            </a:r>
          </a:p>
          <a:p>
            <a:r>
              <a:rPr sz="2600"/>
              <a:t>Sleep consolidates memories — all-nighters backfire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7781"/>
                </a:solidFill>
              </a:rPr>
              <a:t>PSY 200 · Introduction to Psychology · Example State University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